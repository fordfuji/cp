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3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MOLMAS NETRAMAI" userId="47953824-ce08-4652-9fbc-fc1174048353" providerId="ADAL" clId="{F044F033-1194-4851-9D02-C971AAFD013A}"/>
    <pc:docChg chg="undo redo custSel addSld delSld modSld delMainMaster">
      <pc:chgData name="PIMOLMAS NETRAMAI" userId="47953824-ce08-4652-9fbc-fc1174048353" providerId="ADAL" clId="{F044F033-1194-4851-9D02-C971AAFD013A}" dt="2023-07-04T08:20:09.232" v="979" actId="1076"/>
      <pc:docMkLst>
        <pc:docMk/>
      </pc:docMkLst>
      <pc:sldChg chg="del">
        <pc:chgData name="PIMOLMAS NETRAMAI" userId="47953824-ce08-4652-9fbc-fc1174048353" providerId="ADAL" clId="{F044F033-1194-4851-9D02-C971AAFD013A}" dt="2023-07-04T08:14:58.806" v="824" actId="47"/>
        <pc:sldMkLst>
          <pc:docMk/>
          <pc:sldMk cId="3819488170" sldId="256"/>
        </pc:sldMkLst>
      </pc:sldChg>
      <pc:sldChg chg="addSp delSp modSp new mod">
        <pc:chgData name="PIMOLMAS NETRAMAI" userId="47953824-ce08-4652-9fbc-fc1174048353" providerId="ADAL" clId="{F044F033-1194-4851-9D02-C971AAFD013A}" dt="2023-07-04T02:07:44.383" v="49" actId="14100"/>
        <pc:sldMkLst>
          <pc:docMk/>
          <pc:sldMk cId="3548673602" sldId="257"/>
        </pc:sldMkLst>
        <pc:spChg chg="del">
          <ac:chgData name="PIMOLMAS NETRAMAI" userId="47953824-ce08-4652-9fbc-fc1174048353" providerId="ADAL" clId="{F044F033-1194-4851-9D02-C971AAFD013A}" dt="2023-07-04T02:05:31.598" v="5" actId="478"/>
          <ac:spMkLst>
            <pc:docMk/>
            <pc:sldMk cId="3548673602" sldId="257"/>
            <ac:spMk id="2" creationId="{18C4E412-7609-42EA-8600-044F10D16023}"/>
          </ac:spMkLst>
        </pc:spChg>
        <pc:spChg chg="del">
          <ac:chgData name="PIMOLMAS NETRAMAI" userId="47953824-ce08-4652-9fbc-fc1174048353" providerId="ADAL" clId="{F044F033-1194-4851-9D02-C971AAFD013A}" dt="2023-07-04T02:05:21.870" v="1" actId="22"/>
          <ac:spMkLst>
            <pc:docMk/>
            <pc:sldMk cId="3548673602" sldId="257"/>
            <ac:spMk id="3" creationId="{B08C9125-94C3-BC11-2CD3-CBD126971EBF}"/>
          </ac:spMkLst>
        </pc:spChg>
        <pc:spChg chg="add mod">
          <ac:chgData name="PIMOLMAS NETRAMAI" userId="47953824-ce08-4652-9fbc-fc1174048353" providerId="ADAL" clId="{F044F033-1194-4851-9D02-C971AAFD013A}" dt="2023-07-04T02:07:44.383" v="49" actId="14100"/>
          <ac:spMkLst>
            <pc:docMk/>
            <pc:sldMk cId="3548673602" sldId="257"/>
            <ac:spMk id="6" creationId="{D990803F-4402-E31C-551E-7D6849370570}"/>
          </ac:spMkLst>
        </pc:spChg>
        <pc:picChg chg="add mod ord">
          <ac:chgData name="PIMOLMAS NETRAMAI" userId="47953824-ce08-4652-9fbc-fc1174048353" providerId="ADAL" clId="{F044F033-1194-4851-9D02-C971AAFD013A}" dt="2023-07-04T02:05:29.755" v="4" actId="208"/>
          <ac:picMkLst>
            <pc:docMk/>
            <pc:sldMk cId="3548673602" sldId="257"/>
            <ac:picMk id="5" creationId="{2C7CDEAC-40BB-F91C-E3C8-4D3B27CE4E10}"/>
          </ac:picMkLst>
        </pc:picChg>
      </pc:sldChg>
      <pc:sldChg chg="addSp delSp modSp new mod">
        <pc:chgData name="PIMOLMAS NETRAMAI" userId="47953824-ce08-4652-9fbc-fc1174048353" providerId="ADAL" clId="{F044F033-1194-4851-9D02-C971AAFD013A}" dt="2023-07-04T08:15:26.720" v="828" actId="6549"/>
        <pc:sldMkLst>
          <pc:docMk/>
          <pc:sldMk cId="904997791" sldId="258"/>
        </pc:sldMkLst>
        <pc:spChg chg="del">
          <ac:chgData name="PIMOLMAS NETRAMAI" userId="47953824-ce08-4652-9fbc-fc1174048353" providerId="ADAL" clId="{F044F033-1194-4851-9D02-C971AAFD013A}" dt="2023-07-04T02:09:02.867" v="63" actId="478"/>
          <ac:spMkLst>
            <pc:docMk/>
            <pc:sldMk cId="904997791" sldId="258"/>
            <ac:spMk id="2" creationId="{69261B3B-2A3C-E45E-01B6-2DE2D50BE043}"/>
          </ac:spMkLst>
        </pc:spChg>
        <pc:spChg chg="del">
          <ac:chgData name="PIMOLMAS NETRAMAI" userId="47953824-ce08-4652-9fbc-fc1174048353" providerId="ADAL" clId="{F044F033-1194-4851-9D02-C971AAFD013A}" dt="2023-07-04T02:09:01.940" v="62" actId="478"/>
          <ac:spMkLst>
            <pc:docMk/>
            <pc:sldMk cId="904997791" sldId="258"/>
            <ac:spMk id="3" creationId="{183069C3-A94D-0FC4-BDFF-BC5298C229A1}"/>
          </ac:spMkLst>
        </pc:spChg>
        <pc:spChg chg="add del mod">
          <ac:chgData name="PIMOLMAS NETRAMAI" userId="47953824-ce08-4652-9fbc-fc1174048353" providerId="ADAL" clId="{F044F033-1194-4851-9D02-C971AAFD013A}" dt="2023-07-04T02:10:52.788" v="113" actId="478"/>
          <ac:spMkLst>
            <pc:docMk/>
            <pc:sldMk cId="904997791" sldId="258"/>
            <ac:spMk id="6" creationId="{D9CDB69B-AF83-91D8-A30E-86A857B7130C}"/>
          </ac:spMkLst>
        </pc:spChg>
        <pc:spChg chg="add mod">
          <ac:chgData name="PIMOLMAS NETRAMAI" userId="47953824-ce08-4652-9fbc-fc1174048353" providerId="ADAL" clId="{F044F033-1194-4851-9D02-C971AAFD013A}" dt="2023-07-04T02:15:15.829" v="298" actId="14100"/>
          <ac:spMkLst>
            <pc:docMk/>
            <pc:sldMk cId="904997791" sldId="258"/>
            <ac:spMk id="9" creationId="{DAC464BF-41CC-F9AA-15D8-E124AE8462B4}"/>
          </ac:spMkLst>
        </pc:spChg>
        <pc:spChg chg="add mod">
          <ac:chgData name="PIMOLMAS NETRAMAI" userId="47953824-ce08-4652-9fbc-fc1174048353" providerId="ADAL" clId="{F044F033-1194-4851-9D02-C971AAFD013A}" dt="2023-07-04T02:15:58.800" v="346" actId="20577"/>
          <ac:spMkLst>
            <pc:docMk/>
            <pc:sldMk cId="904997791" sldId="258"/>
            <ac:spMk id="10" creationId="{B3C51F27-9038-5C80-3592-94775D3FC4FD}"/>
          </ac:spMkLst>
        </pc:spChg>
        <pc:spChg chg="add mod">
          <ac:chgData name="PIMOLMAS NETRAMAI" userId="47953824-ce08-4652-9fbc-fc1174048353" providerId="ADAL" clId="{F044F033-1194-4851-9D02-C971AAFD013A}" dt="2023-07-04T08:15:26.720" v="828" actId="6549"/>
          <ac:spMkLst>
            <pc:docMk/>
            <pc:sldMk cId="904997791" sldId="258"/>
            <ac:spMk id="11" creationId="{99CC48F2-0C9C-E621-7DAC-E3C62608BD66}"/>
          </ac:spMkLst>
        </pc:spChg>
        <pc:picChg chg="add del mod">
          <ac:chgData name="PIMOLMAS NETRAMAI" userId="47953824-ce08-4652-9fbc-fc1174048353" providerId="ADAL" clId="{F044F033-1194-4851-9D02-C971AAFD013A}" dt="2023-07-04T02:10:48.420" v="110" actId="478"/>
          <ac:picMkLst>
            <pc:docMk/>
            <pc:sldMk cId="904997791" sldId="258"/>
            <ac:picMk id="5" creationId="{7C726C30-2641-441B-D9BB-9A5BAAD05317}"/>
          </ac:picMkLst>
        </pc:picChg>
        <pc:picChg chg="add mod">
          <ac:chgData name="PIMOLMAS NETRAMAI" userId="47953824-ce08-4652-9fbc-fc1174048353" providerId="ADAL" clId="{F044F033-1194-4851-9D02-C971AAFD013A}" dt="2023-07-04T02:10:51.443" v="112" actId="14100"/>
          <ac:picMkLst>
            <pc:docMk/>
            <pc:sldMk cId="904997791" sldId="258"/>
            <ac:picMk id="8" creationId="{6819193D-B8F5-F768-5D5C-4C1888D22E2B}"/>
          </ac:picMkLst>
        </pc:picChg>
      </pc:sldChg>
      <pc:sldChg chg="addSp delSp modSp add mod">
        <pc:chgData name="PIMOLMAS NETRAMAI" userId="47953824-ce08-4652-9fbc-fc1174048353" providerId="ADAL" clId="{F044F033-1194-4851-9D02-C971AAFD013A}" dt="2023-07-04T08:19:59.484" v="978" actId="732"/>
        <pc:sldMkLst>
          <pc:docMk/>
          <pc:sldMk cId="1908622985" sldId="259"/>
        </pc:sldMkLst>
        <pc:spChg chg="add mod">
          <ac:chgData name="PIMOLMAS NETRAMAI" userId="47953824-ce08-4652-9fbc-fc1174048353" providerId="ADAL" clId="{F044F033-1194-4851-9D02-C971AAFD013A}" dt="2023-07-04T08:15:58.360" v="858" actId="6549"/>
          <ac:spMkLst>
            <pc:docMk/>
            <pc:sldMk cId="1908622985" sldId="259"/>
            <ac:spMk id="4" creationId="{BD1C9020-94D6-7549-EE5F-A4AC42558398}"/>
          </ac:spMkLst>
        </pc:spChg>
        <pc:spChg chg="add mod">
          <ac:chgData name="PIMOLMAS NETRAMAI" userId="47953824-ce08-4652-9fbc-fc1174048353" providerId="ADAL" clId="{F044F033-1194-4851-9D02-C971AAFD013A}" dt="2023-07-04T08:15:37.925" v="829" actId="207"/>
          <ac:spMkLst>
            <pc:docMk/>
            <pc:sldMk cId="1908622985" sldId="259"/>
            <ac:spMk id="5" creationId="{D61AD6F9-AA67-15FC-EF90-D587E8A4CEBD}"/>
          </ac:spMkLst>
        </pc:spChg>
        <pc:spChg chg="add mod">
          <ac:chgData name="PIMOLMAS NETRAMAI" userId="47953824-ce08-4652-9fbc-fc1174048353" providerId="ADAL" clId="{F044F033-1194-4851-9D02-C971AAFD013A}" dt="2023-07-04T08:16:02.606" v="859" actId="207"/>
          <ac:spMkLst>
            <pc:docMk/>
            <pc:sldMk cId="1908622985" sldId="259"/>
            <ac:spMk id="6" creationId="{C6BE142D-05D1-C8CF-4AAF-4A86D722EA7E}"/>
          </ac:spMkLst>
        </pc:spChg>
        <pc:picChg chg="add mod modCrop">
          <ac:chgData name="PIMOLMAS NETRAMAI" userId="47953824-ce08-4652-9fbc-fc1174048353" providerId="ADAL" clId="{F044F033-1194-4851-9D02-C971AAFD013A}" dt="2023-07-04T08:19:59.484" v="978" actId="732"/>
          <ac:picMkLst>
            <pc:docMk/>
            <pc:sldMk cId="1908622985" sldId="259"/>
            <ac:picMk id="3" creationId="{9FDDAB0D-457A-360F-F639-1045F92A68F6}"/>
          </ac:picMkLst>
        </pc:picChg>
        <pc:picChg chg="del">
          <ac:chgData name="PIMOLMAS NETRAMAI" userId="47953824-ce08-4652-9fbc-fc1174048353" providerId="ADAL" clId="{F044F033-1194-4851-9D02-C971AAFD013A}" dt="2023-07-04T02:11:12.193" v="115" actId="478"/>
          <ac:picMkLst>
            <pc:docMk/>
            <pc:sldMk cId="1908622985" sldId="259"/>
            <ac:picMk id="8" creationId="{6819193D-B8F5-F768-5D5C-4C1888D22E2B}"/>
          </ac:picMkLst>
        </pc:picChg>
      </pc:sldChg>
      <pc:sldChg chg="addSp delSp modSp add mod">
        <pc:chgData name="PIMOLMAS NETRAMAI" userId="47953824-ce08-4652-9fbc-fc1174048353" providerId="ADAL" clId="{F044F033-1194-4851-9D02-C971AAFD013A}" dt="2023-07-04T08:20:09.232" v="979" actId="1076"/>
        <pc:sldMkLst>
          <pc:docMk/>
          <pc:sldMk cId="2184229657" sldId="260"/>
        </pc:sldMkLst>
        <pc:spChg chg="add mod">
          <ac:chgData name="PIMOLMAS NETRAMAI" userId="47953824-ce08-4652-9fbc-fc1174048353" providerId="ADAL" clId="{F044F033-1194-4851-9D02-C971AAFD013A}" dt="2023-07-04T08:18:41.466" v="950" actId="20577"/>
          <ac:spMkLst>
            <pc:docMk/>
            <pc:sldMk cId="2184229657" sldId="260"/>
            <ac:spMk id="2" creationId="{6BB28797-C80B-F637-45B1-0E741CC5E3F2}"/>
          </ac:spMkLst>
        </pc:spChg>
        <pc:spChg chg="del">
          <ac:chgData name="PIMOLMAS NETRAMAI" userId="47953824-ce08-4652-9fbc-fc1174048353" providerId="ADAL" clId="{F044F033-1194-4851-9D02-C971AAFD013A}" dt="2023-07-04T02:22:19.422" v="767" actId="478"/>
          <ac:spMkLst>
            <pc:docMk/>
            <pc:sldMk cId="2184229657" sldId="260"/>
            <ac:spMk id="4" creationId="{BD1C9020-94D6-7549-EE5F-A4AC42558398}"/>
          </ac:spMkLst>
        </pc:spChg>
        <pc:spChg chg="del">
          <ac:chgData name="PIMOLMAS NETRAMAI" userId="47953824-ce08-4652-9fbc-fc1174048353" providerId="ADAL" clId="{F044F033-1194-4851-9D02-C971AAFD013A}" dt="2023-07-04T02:22:19.422" v="767" actId="478"/>
          <ac:spMkLst>
            <pc:docMk/>
            <pc:sldMk cId="2184229657" sldId="260"/>
            <ac:spMk id="5" creationId="{D61AD6F9-AA67-15FC-EF90-D587E8A4CEBD}"/>
          </ac:spMkLst>
        </pc:spChg>
        <pc:spChg chg="del">
          <ac:chgData name="PIMOLMAS NETRAMAI" userId="47953824-ce08-4652-9fbc-fc1174048353" providerId="ADAL" clId="{F044F033-1194-4851-9D02-C971AAFD013A}" dt="2023-07-04T02:22:19.422" v="767" actId="478"/>
          <ac:spMkLst>
            <pc:docMk/>
            <pc:sldMk cId="2184229657" sldId="260"/>
            <ac:spMk id="6" creationId="{C6BE142D-05D1-C8CF-4AAF-4A86D722EA7E}"/>
          </ac:spMkLst>
        </pc:spChg>
        <pc:spChg chg="add mod">
          <ac:chgData name="PIMOLMAS NETRAMAI" userId="47953824-ce08-4652-9fbc-fc1174048353" providerId="ADAL" clId="{F044F033-1194-4851-9D02-C971AAFD013A}" dt="2023-07-04T08:20:09.232" v="979" actId="1076"/>
          <ac:spMkLst>
            <pc:docMk/>
            <pc:sldMk cId="2184229657" sldId="260"/>
            <ac:spMk id="7" creationId="{5947D5FD-BE65-9130-700D-D8C23FDD2F2D}"/>
          </ac:spMkLst>
        </pc:spChg>
        <pc:spChg chg="add mod">
          <ac:chgData name="PIMOLMAS NETRAMAI" userId="47953824-ce08-4652-9fbc-fc1174048353" providerId="ADAL" clId="{F044F033-1194-4851-9D02-C971AAFD013A}" dt="2023-07-04T08:19:44.847" v="977" actId="1076"/>
          <ac:spMkLst>
            <pc:docMk/>
            <pc:sldMk cId="2184229657" sldId="260"/>
            <ac:spMk id="8" creationId="{84AB5424-5DAD-717A-EE95-A00C5BB5FA25}"/>
          </ac:spMkLst>
        </pc:spChg>
        <pc:spChg chg="add mod">
          <ac:chgData name="PIMOLMAS NETRAMAI" userId="47953824-ce08-4652-9fbc-fc1174048353" providerId="ADAL" clId="{F044F033-1194-4851-9D02-C971AAFD013A}" dt="2023-07-04T08:19:00.183" v="957" actId="1076"/>
          <ac:spMkLst>
            <pc:docMk/>
            <pc:sldMk cId="2184229657" sldId="260"/>
            <ac:spMk id="9" creationId="{DAF6643D-D3CC-37A3-D138-107454B17E64}"/>
          </ac:spMkLst>
        </pc:spChg>
        <pc:spChg chg="add mod">
          <ac:chgData name="PIMOLMAS NETRAMAI" userId="47953824-ce08-4652-9fbc-fc1174048353" providerId="ADAL" clId="{F044F033-1194-4851-9D02-C971AAFD013A}" dt="2023-07-04T08:19:31.679" v="969" actId="20577"/>
          <ac:spMkLst>
            <pc:docMk/>
            <pc:sldMk cId="2184229657" sldId="260"/>
            <ac:spMk id="10" creationId="{101FEEA4-1572-A7DD-2896-C0FCD8FB56BA}"/>
          </ac:spMkLst>
        </pc:spChg>
        <pc:spChg chg="add mod">
          <ac:chgData name="PIMOLMAS NETRAMAI" userId="47953824-ce08-4652-9fbc-fc1174048353" providerId="ADAL" clId="{F044F033-1194-4851-9D02-C971AAFD013A}" dt="2023-07-04T08:17:31.845" v="921" actId="1076"/>
          <ac:spMkLst>
            <pc:docMk/>
            <pc:sldMk cId="2184229657" sldId="260"/>
            <ac:spMk id="11" creationId="{6AC8FC67-581C-6DFF-9D02-41E932DADF55}"/>
          </ac:spMkLst>
        </pc:spChg>
        <pc:spChg chg="add mod">
          <ac:chgData name="PIMOLMAS NETRAMAI" userId="47953824-ce08-4652-9fbc-fc1174048353" providerId="ADAL" clId="{F044F033-1194-4851-9D02-C971AAFD013A}" dt="2023-07-04T08:16:52.117" v="902" actId="403"/>
          <ac:spMkLst>
            <pc:docMk/>
            <pc:sldMk cId="2184229657" sldId="260"/>
            <ac:spMk id="12" creationId="{DD19EFED-044C-3D01-430D-FD21B4674BB7}"/>
          </ac:spMkLst>
        </pc:spChg>
        <pc:picChg chg="mod modCrop">
          <ac:chgData name="PIMOLMAS NETRAMAI" userId="47953824-ce08-4652-9fbc-fc1174048353" providerId="ADAL" clId="{F044F033-1194-4851-9D02-C971AAFD013A}" dt="2023-07-04T08:16:55.927" v="903" actId="1076"/>
          <ac:picMkLst>
            <pc:docMk/>
            <pc:sldMk cId="2184229657" sldId="260"/>
            <ac:picMk id="3" creationId="{9FDDAB0D-457A-360F-F639-1045F92A68F6}"/>
          </ac:picMkLst>
        </pc:picChg>
      </pc:sldChg>
      <pc:sldChg chg="del">
        <pc:chgData name="PIMOLMAS NETRAMAI" userId="47953824-ce08-4652-9fbc-fc1174048353" providerId="ADAL" clId="{F044F033-1194-4851-9D02-C971AAFD013A}" dt="2023-07-04T02:24:20.896" v="823" actId="47"/>
        <pc:sldMkLst>
          <pc:docMk/>
          <pc:sldMk cId="1259252676" sldId="261"/>
        </pc:sldMkLst>
      </pc:sldChg>
      <pc:sldMasterChg chg="del delSldLayout">
        <pc:chgData name="PIMOLMAS NETRAMAI" userId="47953824-ce08-4652-9fbc-fc1174048353" providerId="ADAL" clId="{F044F033-1194-4851-9D02-C971AAFD013A}" dt="2023-07-04T02:24:20.896" v="823" actId="47"/>
        <pc:sldMasterMkLst>
          <pc:docMk/>
          <pc:sldMasterMk cId="1527841269" sldId="2147483660"/>
        </pc:sldMasterMkLst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712096501" sldId="2147483661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310526080" sldId="2147483662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107272716" sldId="2147483663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729573022" sldId="2147483664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170673962" sldId="2147483665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063764518" sldId="2147483666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886494434" sldId="2147483667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219218488" sldId="2147483668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82785254" sldId="2147483669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36842015" sldId="2147483670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905222735" sldId="2147483671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113165838" sldId="2147483672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601111015" sldId="2147483673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711813437" sldId="2147483674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7673611" sldId="2147483675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80571694" sldId="2147483676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536794316" sldId="2147483677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62257183" sldId="2147483678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392245896" sldId="2147483679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96987368" sldId="2147483680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975622734" sldId="2147483681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672373359" sldId="2147483682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884945509" sldId="2147483683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654640719" sldId="2147483684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38741807" sldId="2147483685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890182870" sldId="2147483686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486210682" sldId="2147483687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4001722490" sldId="2147483688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280336307" sldId="2147483689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3679566433" sldId="2147483690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1196369543" sldId="2147483691"/>
          </pc:sldLayoutMkLst>
        </pc:sldLayoutChg>
        <pc:sldLayoutChg chg="del">
          <pc:chgData name="PIMOLMAS NETRAMAI" userId="47953824-ce08-4652-9fbc-fc1174048353" providerId="ADAL" clId="{F044F033-1194-4851-9D02-C971AAFD013A}" dt="2023-07-04T02:24:20.896" v="823" actId="47"/>
          <pc:sldLayoutMkLst>
            <pc:docMk/>
            <pc:sldMasterMk cId="1527841269" sldId="2147483660"/>
            <pc:sldLayoutMk cId="200154453" sldId="214748369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949CB-9021-47FA-9B25-C24CC67C1F5A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DED43-FA00-4153-9971-F702CD2E8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6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FA28-0C93-61D2-1C9B-D889428AE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7209E-6CDD-70BD-BDE2-5DE50E85C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5D976-D76B-B506-52BC-FFE1AE2D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33F32-59A0-ED3D-C924-588B76FD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7EFFB-FDFD-861F-94DE-B2A94CF0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02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43EC-95E6-CA19-61E0-16DA8CBF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D3BE7-F826-DB05-2CE7-7A813F3D8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15CD5-2E55-F627-D614-C8F2B499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D702-8705-6414-2C7A-7365F7D53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9D1E-BC65-1471-790F-E6D1984E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1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A13B-6BDE-5680-A56D-724B7E14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47915-CCCC-966E-8850-A522B3573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7FA22-3522-8150-AD9A-352D800A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4C737-C947-97F6-576F-0DD5BE76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1109-25B2-9A7E-3DAC-760A453D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11CF-441A-6A6E-77DB-9AFEEDEAB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5268-AA1C-9046-21C0-D55A5BAC7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E6959-A249-D4A9-88FC-DCDD3B0F6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0E155-C0C2-F27F-8FD3-B5221DD4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5B239-C314-6A94-2B2C-F29D877A8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349B9-7620-80AA-BB26-38AE106F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92EF-D5C4-FD04-348D-4B302DBE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D5D64-E629-74F8-C30D-3B8E7FA8B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49BC7-09EE-F79A-6A82-B7953F468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86175-EFF0-2533-6CCE-CB9561DFF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63596-3CA1-FF7A-AB12-C3F7EBEF7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5C5BE-EA06-E8DE-18AC-A1ACBBBD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6294E-09F7-43FE-7E85-7ED95AA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56BBA-93C4-0889-0517-283FB8DA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BCE3-1881-FBA6-27E5-9121B400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4D22F-5819-6433-F949-EFFEA80E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A3A98-590F-67B1-5C72-5B0E251C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46575-A54C-D1EF-BE24-3149B684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A50D1-00EC-FFE0-647A-5578AE1D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221D1-6881-EF2C-14BD-D0302EAC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7D997-48BC-6E14-A0B3-E7C24617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16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298A-65A7-6B5B-9B88-5D05DD29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6BC57-9EE0-2DF9-AAF3-5189B4FEE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8E5CB-362F-1252-E51C-6FB255460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247EB-9114-F865-21A9-93C71B17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515A6-619E-4635-A298-C0D5C62E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6937D-231A-CA2B-743F-EC97AF3E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6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9C7C-C355-B783-13D0-7775C194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9127E-0EFB-4A57-1B18-F3A2BDC8F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C2AED-ED1C-5763-B73F-649B56136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39C94-085A-BD20-CA34-B2C19EB0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A1E14-1257-1C6D-D47E-01805F89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EA97F-EF79-215B-A719-1FFDAD41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3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C077-4896-39DA-FBB0-1D8CDA6C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F6F30-BEA9-BC5E-ED2B-7220C7740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B054-7AF7-F4E0-6E67-AD030B4F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98DA1-7B84-3388-1650-3ABF0380B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1350-26D7-8E8E-E84D-2A5E4ED7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3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EF674-7318-D2B8-A85E-6E3348754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C3DF3-3649-0979-6D7F-C816C8BCE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BF82A-93FE-1441-598B-4A7F22B7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FAF4C-01FF-BBEE-E05C-10AD061C5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9F229-B559-2BC6-68C4-6CB50921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554C5-E94A-3C0E-2F2E-4BF67B3D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54D6F-A003-89D3-2D63-74D56700C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9BCE8-3C11-F6FF-FC41-BA80EFE28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90495-6793-4D92-A4A6-D5CF4017DC37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36CF5-BCDF-C86E-34A4-4895438A5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9C528-74FB-67A4-6661-BE7BB109C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844B-3009-4AB7-87BE-9CED8D573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8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7CDEAC-40BB-F91C-E3C8-4D3B27CE4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325" y="229300"/>
            <a:ext cx="5736675" cy="2389914"/>
          </a:xfr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90803F-4402-E31C-551E-7D6849370570}"/>
              </a:ext>
            </a:extLst>
          </p:cNvPr>
          <p:cNvSpPr/>
          <p:nvPr/>
        </p:nvSpPr>
        <p:spPr>
          <a:xfrm>
            <a:off x="2438399" y="2813539"/>
            <a:ext cx="9413631" cy="38151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thaiDist">
              <a:lnSpc>
                <a:spcPct val="90000"/>
              </a:lnSpc>
              <a:spcBef>
                <a:spcPts val="0"/>
              </a:spcBef>
              <a:spcAft>
                <a:spcPts val="706"/>
              </a:spcAft>
              <a:buNone/>
            </a:pPr>
            <a:r>
              <a:rPr lang="en-US" sz="2800" b="1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History/ </a:t>
            </a:r>
            <a:r>
              <a:rPr lang="th-TH" sz="2800" b="1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ความเป็นมา</a:t>
            </a:r>
            <a:endParaRPr lang="en-US" sz="2800" b="1" spc="-26" dirty="0">
              <a:latin typeface="TrueRST RegularA" panose="02000506000000020004" pitchFamily="50" charset="-34"/>
              <a:cs typeface="TrueRST RegularA" panose="02000506000000020004" pitchFamily="50" charset="-34"/>
            </a:endParaRPr>
          </a:p>
          <a:p>
            <a:pPr marL="0" indent="0" algn="thaiDist">
              <a:lnSpc>
                <a:spcPct val="90000"/>
              </a:lnSpc>
              <a:spcBef>
                <a:spcPts val="0"/>
              </a:spcBef>
              <a:spcAft>
                <a:spcPts val="706"/>
              </a:spcAft>
              <a:buNone/>
            </a:pPr>
            <a:r>
              <a:rPr lang="th-TH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เครือเจริญโภคภัณฑ์ เล็งเห็นถึงความสำคัญในการสนับสนุนส่งเสริมด้านการศึกษาเพื่อพัฒนาเยาวชนของชาติ จึงปรารถนาจะสนับสนุนผู้เรียนที่มีศักยภาพ ถึงพร้อมด้วยคุณสมบัติผู้นำ สมบูรณ์ในด้านความคิดและจิตสำนึกสาธารณะ แต่ขาดแคลนทุนทรัพย์ ให้ได้รับโอกาสเล่าเรียนจนสำเร็จการศึกษา </a:t>
            </a:r>
            <a:endParaRPr lang="en-US" sz="2800" spc="-26" dirty="0">
              <a:latin typeface="TrueRST RegularA" panose="02000506000000020004" pitchFamily="50" charset="-34"/>
              <a:cs typeface="TrueRST RegularA" panose="02000506000000020004" pitchFamily="50" charset="-34"/>
            </a:endParaRPr>
          </a:p>
          <a:p>
            <a:pPr marL="0" indent="0" algn="thaiDist">
              <a:lnSpc>
                <a:spcPct val="90000"/>
              </a:lnSpc>
              <a:spcBef>
                <a:spcPts val="0"/>
              </a:spcBef>
              <a:spcAft>
                <a:spcPts val="706"/>
              </a:spcAft>
              <a:buNone/>
            </a:pPr>
            <a:r>
              <a:rPr lang="th-TH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โครงการทุนการศึกษา เครือเจริญโภคภัณฑ์ เริ่มต้นมอบทุนการศึกษาครั้งแรกในระดับปริญญาตรี เมื่อปี พ.ศ. </a:t>
            </a:r>
            <a:r>
              <a:rPr lang="en-US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2522</a:t>
            </a:r>
            <a:r>
              <a:rPr lang="th-TH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 จวบจนถึงปัจจุบัน และตั้งแต่ปี พ.ศ. </a:t>
            </a:r>
            <a:r>
              <a:rPr lang="en-US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2562</a:t>
            </a:r>
            <a:r>
              <a:rPr lang="th-TH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 เป็นต้นมา คณะกรรมการบริหารทุนการศึกษาของเครือฯ ได้กำหนดให้มีการมอบทุน การศึกษาประเภท “ทุนนวัตกร” เพิ่มเติม สำหรับนักเรียนระดับชั้นมัธยมศึกษาตอนปลาย ระดับประกาศนียบัตรวิชาชีพ (ปวช.) และระดับประกาศนียบัตรวิชาชีพชั้นสูง (ปวส.) รวมจำนวนทุนการศึกษาที่มอบไปแล้วทั้งหมดกว่า </a:t>
            </a:r>
            <a:r>
              <a:rPr lang="en-US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5,000 </a:t>
            </a:r>
            <a:r>
              <a:rPr lang="th-TH" sz="2800" spc="-26" dirty="0">
                <a:latin typeface="TrueRST RegularA" panose="02000506000000020004" pitchFamily="50" charset="-34"/>
                <a:cs typeface="TrueRST RegularA" panose="02000506000000020004" pitchFamily="50" charset="-34"/>
              </a:rPr>
              <a:t>ทุน</a:t>
            </a:r>
          </a:p>
        </p:txBody>
      </p:sp>
    </p:spTree>
    <p:extLst>
      <p:ext uri="{BB962C8B-B14F-4D97-AF65-F5344CB8AC3E}">
        <p14:creationId xmlns:p14="http://schemas.microsoft.com/office/powerpoint/2010/main" val="354867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19193D-B8F5-F768-5D5C-4C1888D22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99"/>
            <a:ext cx="8768862" cy="48057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C464BF-41CC-F9AA-15D8-E124AE8462B4}"/>
              </a:ext>
            </a:extLst>
          </p:cNvPr>
          <p:cNvSpPr/>
          <p:nvPr/>
        </p:nvSpPr>
        <p:spPr>
          <a:xfrm>
            <a:off x="844061" y="4893857"/>
            <a:ext cx="3587261" cy="873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ทุนการศึกษา ระดับปริญญาตรี</a:t>
            </a:r>
          </a:p>
          <a:p>
            <a:pPr marL="176213" indent="-176213">
              <a:buFont typeface="Wingdings 2" panose="05020102010507070707" pitchFamily="18" charset="2"/>
              <a:buChar char=""/>
            </a:pPr>
            <a:r>
              <a:rPr lang="th-TH" sz="1600" dirty="0">
                <a:sym typeface="Wingdings 2" panose="05020102010507070707" pitchFamily="18" charset="2"/>
              </a:rPr>
              <a:t>เงินทุนต่อเนื่องจนจบการศึกษามูลค่า </a:t>
            </a:r>
            <a:r>
              <a:rPr lang="en-US" sz="1600" dirty="0">
                <a:sym typeface="Wingdings 2" panose="05020102010507070707" pitchFamily="18" charset="2"/>
              </a:rPr>
              <a:t>50,000 </a:t>
            </a:r>
            <a:r>
              <a:rPr lang="th-TH" sz="1600" dirty="0">
                <a:sym typeface="Wingdings 2" panose="05020102010507070707" pitchFamily="18" charset="2"/>
              </a:rPr>
              <a:t>บาท ต่อปี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C51F27-9038-5C80-3592-94775D3FC4FD}"/>
              </a:ext>
            </a:extLst>
          </p:cNvPr>
          <p:cNvSpPr/>
          <p:nvPr/>
        </p:nvSpPr>
        <p:spPr>
          <a:xfrm>
            <a:off x="4642339" y="4893857"/>
            <a:ext cx="3985846" cy="873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ทุนการศึกษา ระดับมัธยมศึกษาตอนปลาย ปวช. และ ปวส.</a:t>
            </a:r>
          </a:p>
          <a:p>
            <a:pPr marL="176213" indent="-176213">
              <a:buFont typeface="Wingdings 2" panose="05020102010507070707" pitchFamily="18" charset="2"/>
              <a:buChar char=""/>
            </a:pPr>
            <a:r>
              <a:rPr lang="th-TH" sz="1800" dirty="0">
                <a:sym typeface="Wingdings 2" panose="05020102010507070707" pitchFamily="18" charset="2"/>
              </a:rPr>
              <a:t>เงินทุนต่อเนื่องจนจบการศึกษามูลค่า </a:t>
            </a:r>
            <a:r>
              <a:rPr lang="en-US" dirty="0">
                <a:sym typeface="Wingdings 2" panose="05020102010507070707" pitchFamily="18" charset="2"/>
              </a:rPr>
              <a:t>7</a:t>
            </a:r>
            <a:r>
              <a:rPr lang="en-US" sz="1800" dirty="0">
                <a:sym typeface="Wingdings 2" panose="05020102010507070707" pitchFamily="18" charset="2"/>
              </a:rPr>
              <a:t>0,000 </a:t>
            </a:r>
            <a:r>
              <a:rPr lang="th-TH" sz="1800" dirty="0">
                <a:sym typeface="Wingdings 2" panose="05020102010507070707" pitchFamily="18" charset="2"/>
              </a:rPr>
              <a:t>บาท ต่อปี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C48F2-0C9C-E621-7DAC-E3C62608BD66}"/>
              </a:ext>
            </a:extLst>
          </p:cNvPr>
          <p:cNvSpPr/>
          <p:nvPr/>
        </p:nvSpPr>
        <p:spPr>
          <a:xfrm>
            <a:off x="9015046" y="251519"/>
            <a:ext cx="2719754" cy="873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ym typeface="Wingdings 2" panose="05020102010507070707" pitchFamily="18" charset="2"/>
              </a:rPr>
              <a:t>เปลี่ยนภาพ เป็นภาพ </a:t>
            </a:r>
            <a:r>
              <a:rPr lang="en-US" dirty="0">
                <a:sym typeface="Wingdings 2" panose="05020102010507070707" pitchFamily="18" charset="2"/>
              </a:rPr>
              <a:t>1</a:t>
            </a:r>
            <a:endParaRPr lang="th-TH" sz="1800" dirty="0">
              <a:sym typeface="Wingdings 2" panose="050201020105070707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0499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DAB0D-457A-360F-F639-1045F92A68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215"/>
          <a:stretch/>
        </p:blipFill>
        <p:spPr>
          <a:xfrm>
            <a:off x="199740" y="293077"/>
            <a:ext cx="9262962" cy="27197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1C9020-94D6-7549-EE5F-A4AC42558398}"/>
              </a:ext>
            </a:extLst>
          </p:cNvPr>
          <p:cNvSpPr/>
          <p:nvPr/>
        </p:nvSpPr>
        <p:spPr>
          <a:xfrm>
            <a:off x="9120554" y="392196"/>
            <a:ext cx="2719754" cy="873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800" dirty="0">
                <a:sym typeface="Wingdings 2" panose="05020102010507070707" pitchFamily="18" charset="2"/>
              </a:rPr>
              <a:t>เปลี่ยนรูป </a:t>
            </a:r>
            <a:r>
              <a:rPr lang="en-US" sz="1800" dirty="0">
                <a:sym typeface="Wingdings 2" panose="05020102010507070707" pitchFamily="18" charset="2"/>
              </a:rPr>
              <a:t>Background</a:t>
            </a:r>
            <a:r>
              <a:rPr lang="th-TH" sz="1800" dirty="0">
                <a:sym typeface="Wingdings 2" panose="05020102010507070707" pitchFamily="18" charset="2"/>
              </a:rPr>
              <a:t> หลัง</a:t>
            </a:r>
          </a:p>
          <a:p>
            <a:pPr algn="ctr"/>
            <a:r>
              <a:rPr lang="th-TH" sz="1800" dirty="0">
                <a:sym typeface="Wingdings 2" panose="05020102010507070707" pitchFamily="18" charset="2"/>
              </a:rPr>
              <a:t>เป็นพื้นเทาธรรมดา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AD6F9-AA67-15FC-EF90-D587E8A4CEBD}"/>
              </a:ext>
            </a:extLst>
          </p:cNvPr>
          <p:cNvSpPr/>
          <p:nvPr/>
        </p:nvSpPr>
        <p:spPr>
          <a:xfrm>
            <a:off x="9120554" y="1365211"/>
            <a:ext cx="2719754" cy="873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ym typeface="Wingdings 2" panose="05020102010507070707" pitchFamily="18" charset="2"/>
              </a:rPr>
              <a:t>Mission</a:t>
            </a:r>
            <a:r>
              <a:rPr lang="en-US" sz="1800" dirty="0">
                <a:solidFill>
                  <a:srgbClr val="FF0000"/>
                </a:solidFill>
                <a:sym typeface="Wingdings 2" panose="05020102010507070707" pitchFamily="18" charset="2"/>
              </a:rPr>
              <a:t>s</a:t>
            </a:r>
          </a:p>
          <a:p>
            <a:pPr algn="ctr"/>
            <a:r>
              <a:rPr lang="th-TH" dirty="0">
                <a:sym typeface="Wingdings 2" panose="05020102010507070707" pitchFamily="18" charset="2"/>
              </a:rPr>
              <a:t>เอาข้อ </a:t>
            </a:r>
            <a:r>
              <a:rPr lang="en-US" dirty="0">
                <a:sym typeface="Wingdings 2" panose="05020102010507070707" pitchFamily="18" charset="2"/>
              </a:rPr>
              <a:t>2 </a:t>
            </a:r>
            <a:r>
              <a:rPr lang="th-TH" dirty="0">
                <a:sym typeface="Wingdings 2" panose="05020102010507070707" pitchFamily="18" charset="2"/>
              </a:rPr>
              <a:t>กับ </a:t>
            </a:r>
            <a:r>
              <a:rPr lang="en-US" dirty="0">
                <a:sym typeface="Wingdings 2" panose="05020102010507070707" pitchFamily="18" charset="2"/>
              </a:rPr>
              <a:t>3 </a:t>
            </a:r>
            <a:r>
              <a:rPr lang="th-TH" dirty="0">
                <a:sym typeface="Wingdings 2" panose="05020102010507070707" pitchFamily="18" charset="2"/>
              </a:rPr>
              <a:t>ออก</a:t>
            </a:r>
            <a:endParaRPr lang="th-TH" sz="1800" dirty="0">
              <a:sym typeface="Wingdings 2" panose="05020102010507070707" pitchFamily="18" charset="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BE142D-05D1-C8CF-4AAF-4A86D722EA7E}"/>
              </a:ext>
            </a:extLst>
          </p:cNvPr>
          <p:cNvSpPr/>
          <p:nvPr/>
        </p:nvSpPr>
        <p:spPr>
          <a:xfrm>
            <a:off x="9120554" y="2443734"/>
            <a:ext cx="2719754" cy="21751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 2" panose="05020102010507070707" pitchFamily="18" charset="2"/>
              </a:rPr>
              <a:t>Goal</a:t>
            </a:r>
            <a:r>
              <a:rPr lang="en-US" dirty="0">
                <a:solidFill>
                  <a:srgbClr val="FF0000"/>
                </a:solidFill>
                <a:sym typeface="Wingdings 2" panose="05020102010507070707" pitchFamily="18" charset="2"/>
              </a:rPr>
              <a:t>s</a:t>
            </a:r>
          </a:p>
          <a:p>
            <a:pPr marL="342900" indent="-342900" algn="ctr">
              <a:buAutoNum type="arabicParenR"/>
            </a:pPr>
            <a:r>
              <a:rPr lang="th-TH" dirty="0">
                <a:sym typeface="Wingdings 2" panose="05020102010507070707" pitchFamily="18" charset="2"/>
              </a:rPr>
              <a:t>คัดเลือกผู้มีคุณสมบัติเหมาะสมเพื่อรับทุนการศึกษา</a:t>
            </a:r>
          </a:p>
          <a:p>
            <a:pPr marL="342900" indent="-342900" algn="ctr">
              <a:buAutoNum type="arabicParenR"/>
            </a:pPr>
            <a:r>
              <a:rPr lang="th-TH" dirty="0">
                <a:sym typeface="Wingdings 2" panose="05020102010507070707" pitchFamily="18" charset="2"/>
              </a:rPr>
              <a:t>เสริมสร้างและสนับสนุนผู้รับทุนเพื่อให้เกิดการพัฒนาตนเอง</a:t>
            </a:r>
          </a:p>
          <a:p>
            <a:pPr marL="342900" indent="-342900" algn="ctr">
              <a:buAutoNum type="arabicParenR"/>
            </a:pPr>
            <a:r>
              <a:rPr lang="th-TH" dirty="0">
                <a:sym typeface="Wingdings 2" panose="05020102010507070707" pitchFamily="18" charset="2"/>
              </a:rPr>
              <a:t>สร้างผู้นำที่มีศักยภาพ มีคุณภาพ และมีจิตอาสาออกสู่สังคม</a:t>
            </a:r>
          </a:p>
        </p:txBody>
      </p:sp>
    </p:spTree>
    <p:extLst>
      <p:ext uri="{BB962C8B-B14F-4D97-AF65-F5344CB8AC3E}">
        <p14:creationId xmlns:p14="http://schemas.microsoft.com/office/powerpoint/2010/main" val="190862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DAB0D-457A-360F-F639-1045F92A68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518"/>
          <a:stretch/>
        </p:blipFill>
        <p:spPr>
          <a:xfrm>
            <a:off x="368808" y="939509"/>
            <a:ext cx="9262962" cy="2812433"/>
          </a:xfrm>
          <a:prstGeom prst="rect">
            <a:avLst/>
          </a:prstGeom>
        </p:spPr>
      </p:pic>
      <p:sp>
        <p:nvSpPr>
          <p:cNvPr id="2" name="Google Shape;3274;p56">
            <a:extLst>
              <a:ext uri="{FF2B5EF4-FFF2-40B4-BE49-F238E27FC236}">
                <a16:creationId xmlns:a16="http://schemas.microsoft.com/office/drawing/2014/main" id="{6BB28797-C80B-F637-45B1-0E741CC5E3F2}"/>
              </a:ext>
            </a:extLst>
          </p:cNvPr>
          <p:cNvSpPr txBox="1">
            <a:spLocks/>
          </p:cNvSpPr>
          <p:nvPr/>
        </p:nvSpPr>
        <p:spPr>
          <a:xfrm>
            <a:off x="479708" y="5547751"/>
            <a:ext cx="2608854" cy="467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ดร.กรรณิกา เชาว์วัฒนกุล 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chemeClr val="bg1">
                    <a:lumMod val="50000"/>
                  </a:schemeClr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(ก้อย)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งานวิชาการ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และทุนการศึกษาระดับปริญญาตรี</a:t>
            </a:r>
          </a:p>
        </p:txBody>
      </p:sp>
      <p:sp>
        <p:nvSpPr>
          <p:cNvPr id="7" name="Google Shape;3274;p56">
            <a:extLst>
              <a:ext uri="{FF2B5EF4-FFF2-40B4-BE49-F238E27FC236}">
                <a16:creationId xmlns:a16="http://schemas.microsoft.com/office/drawing/2014/main" id="{5947D5FD-BE65-9130-700D-D8C23FDD2F2D}"/>
              </a:ext>
            </a:extLst>
          </p:cNvPr>
          <p:cNvSpPr txBox="1">
            <a:spLocks/>
          </p:cNvSpPr>
          <p:nvPr/>
        </p:nvSpPr>
        <p:spPr>
          <a:xfrm>
            <a:off x="3625596" y="4191877"/>
            <a:ext cx="2331954" cy="467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พิมลมาศ เนตรมัย</a:t>
            </a:r>
            <a:endParaRPr lang="en-US" sz="2000" b="1" dirty="0">
              <a:solidFill>
                <a:srgbClr val="000000"/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chemeClr val="bg1">
                    <a:lumMod val="50000"/>
                  </a:schemeClr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(ปุ้ม)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งานแผนกลยุทธ์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และทุนการศึกษาระดับ ม.ปลาย ปวช. ปวส.</a:t>
            </a:r>
          </a:p>
        </p:txBody>
      </p:sp>
      <p:sp>
        <p:nvSpPr>
          <p:cNvPr id="8" name="Google Shape;3274;p56">
            <a:extLst>
              <a:ext uri="{FF2B5EF4-FFF2-40B4-BE49-F238E27FC236}">
                <a16:creationId xmlns:a16="http://schemas.microsoft.com/office/drawing/2014/main" id="{84AB5424-5DAD-717A-EE95-A00C5BB5FA25}"/>
              </a:ext>
            </a:extLst>
          </p:cNvPr>
          <p:cNvSpPr txBox="1">
            <a:spLocks/>
          </p:cNvSpPr>
          <p:nvPr/>
        </p:nvSpPr>
        <p:spPr>
          <a:xfrm>
            <a:off x="6635403" y="5547751"/>
            <a:ext cx="2331954" cy="467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คุณวรวรรณ พุกอินทร์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chemeClr val="bg1">
                    <a:lumMod val="50000"/>
                  </a:schemeClr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(อ้อม)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งานธุรการส่วนกลาง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และผู้ดูแลทุนบุตรพนักงาน</a:t>
            </a:r>
          </a:p>
        </p:txBody>
      </p:sp>
      <p:sp>
        <p:nvSpPr>
          <p:cNvPr id="9" name="Google Shape;3274;p56">
            <a:extLst>
              <a:ext uri="{FF2B5EF4-FFF2-40B4-BE49-F238E27FC236}">
                <a16:creationId xmlns:a16="http://schemas.microsoft.com/office/drawing/2014/main" id="{DAF6643D-D3CC-37A3-D138-107454B17E64}"/>
              </a:ext>
            </a:extLst>
          </p:cNvPr>
          <p:cNvSpPr txBox="1">
            <a:spLocks/>
          </p:cNvSpPr>
          <p:nvPr/>
        </p:nvSpPr>
        <p:spPr>
          <a:xfrm>
            <a:off x="3487146" y="5547751"/>
            <a:ext cx="2608854" cy="467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กฤษณพล ผิวผ่อง</a:t>
            </a:r>
            <a:endParaRPr lang="en-US" sz="2000" b="1" dirty="0">
              <a:solidFill>
                <a:srgbClr val="000000"/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chemeClr val="bg1">
                    <a:lumMod val="50000"/>
                  </a:schemeClr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(ชิน)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งานสารสนเทศ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และผู้ดูแลทุนการศึกษาระดับ ม.ปลาย ปวช. ปวส.</a:t>
            </a:r>
            <a:endParaRPr lang="en-US" sz="1800" dirty="0">
              <a:solidFill>
                <a:srgbClr val="000000"/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</p:txBody>
      </p:sp>
      <p:sp>
        <p:nvSpPr>
          <p:cNvPr id="10" name="Google Shape;3274;p56">
            <a:extLst>
              <a:ext uri="{FF2B5EF4-FFF2-40B4-BE49-F238E27FC236}">
                <a16:creationId xmlns:a16="http://schemas.microsoft.com/office/drawing/2014/main" id="{101FEEA4-1572-A7DD-2896-C0FCD8FB56BA}"/>
              </a:ext>
            </a:extLst>
          </p:cNvPr>
          <p:cNvSpPr txBox="1">
            <a:spLocks/>
          </p:cNvSpPr>
          <p:nvPr/>
        </p:nvSpPr>
        <p:spPr>
          <a:xfrm>
            <a:off x="6368192" y="4182646"/>
            <a:ext cx="2331954" cy="467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ต้นนที ศรีสินวร</a:t>
            </a:r>
            <a:endParaRPr lang="en-US" sz="2000" b="1" dirty="0">
              <a:solidFill>
                <a:srgbClr val="000000"/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2000" b="1" dirty="0">
                <a:solidFill>
                  <a:schemeClr val="bg1">
                    <a:lumMod val="50000"/>
                  </a:schemeClr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(ต้น)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งานประสานงาน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None/>
            </a:pPr>
            <a:r>
              <a:rPr lang="th-TH" sz="18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และผู้ดูแลทุนการศึกษาระดับปริญญาตรี</a:t>
            </a:r>
            <a:endParaRPr lang="en-US" sz="1800" dirty="0">
              <a:solidFill>
                <a:srgbClr val="000000"/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</p:txBody>
      </p:sp>
      <p:sp>
        <p:nvSpPr>
          <p:cNvPr id="11" name="Google Shape;3274;p56">
            <a:extLst>
              <a:ext uri="{FF2B5EF4-FFF2-40B4-BE49-F238E27FC236}">
                <a16:creationId xmlns:a16="http://schemas.microsoft.com/office/drawing/2014/main" id="{6AC8FC67-581C-6DFF-9D02-41E932DADF55}"/>
              </a:ext>
            </a:extLst>
          </p:cNvPr>
          <p:cNvSpPr txBox="1">
            <a:spLocks/>
          </p:cNvSpPr>
          <p:nvPr/>
        </p:nvSpPr>
        <p:spPr>
          <a:xfrm>
            <a:off x="479708" y="4182646"/>
            <a:ext cx="2414954" cy="467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buNone/>
            </a:pPr>
            <a:r>
              <a:rPr lang="th-TH" sz="2400" b="1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รศ.ดร.เรืองศักดิ์ แก้วธรรมชัย </a:t>
            </a:r>
          </a:p>
          <a:p>
            <a:pPr marL="0" indent="0" algn="ctr">
              <a:lnSpc>
                <a:spcPct val="80000"/>
              </a:lnSpc>
              <a:buNone/>
            </a:pPr>
            <a:r>
              <a:rPr lang="th-TH" sz="2400" b="1" dirty="0">
                <a:solidFill>
                  <a:schemeClr val="bg1">
                    <a:lumMod val="50000"/>
                  </a:schemeClr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(อ.โต๋)</a:t>
            </a:r>
            <a:endParaRPr lang="en-US" sz="2400" b="1" dirty="0">
              <a:solidFill>
                <a:schemeClr val="bg1">
                  <a:lumMod val="50000"/>
                </a:schemeClr>
              </a:solidFill>
              <a:latin typeface="TrueRST LightA" panose="02000506000000020004" pitchFamily="50" charset="-34"/>
              <a:cs typeface="TrueRST LightA" panose="02000506000000020004" pitchFamily="50" charset="-3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th-TH" sz="2000" dirty="0">
                <a:solidFill>
                  <a:srgbClr val="000000"/>
                </a:solidFill>
                <a:latin typeface="TrueRST LightA" panose="02000506000000020004" pitchFamily="50" charset="-34"/>
                <a:cs typeface="TrueRST LightA" panose="02000506000000020004" pitchFamily="50" charset="-34"/>
              </a:rPr>
              <a:t>ผู้บริหารโครงการทุน</a:t>
            </a:r>
            <a:endParaRPr lang="th-TH" sz="2000" dirty="0">
              <a:solidFill>
                <a:srgbClr val="000000"/>
              </a:solidFill>
              <a:latin typeface="TrueRST LightA" panose="02000506000000020004" pitchFamily="50" charset="-34"/>
              <a:ea typeface="Tahoma" panose="020B0604030504040204" pitchFamily="34" charset="0"/>
              <a:cs typeface="TrueRST LightA" panose="02000506000000020004" pitchFamily="50" charset="-3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19EFED-044C-3D01-430D-FD21B4674BB7}"/>
              </a:ext>
            </a:extLst>
          </p:cNvPr>
          <p:cNvSpPr/>
          <p:nvPr/>
        </p:nvSpPr>
        <p:spPr>
          <a:xfrm>
            <a:off x="368808" y="403235"/>
            <a:ext cx="2719754" cy="499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dirty="0">
                <a:sym typeface="Wingdings 2" panose="05020102010507070707" pitchFamily="18" charset="2"/>
              </a:rPr>
              <a:t>แก้และเพิ่มชื่อทีมงาน</a:t>
            </a:r>
          </a:p>
        </p:txBody>
      </p:sp>
    </p:spTree>
    <p:extLst>
      <p:ext uri="{BB962C8B-B14F-4D97-AF65-F5344CB8AC3E}">
        <p14:creationId xmlns:p14="http://schemas.microsoft.com/office/powerpoint/2010/main" val="218422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70f50e3-eaac-4811-ba9e-7f0085fab05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182196297D7F49B5EB221934F352A7" ma:contentTypeVersion="3" ma:contentTypeDescription="Create a new document." ma:contentTypeScope="" ma:versionID="c53c1c5e11aa4fa017225e7204dae3b2">
  <xsd:schema xmlns:xsd="http://www.w3.org/2001/XMLSchema" xmlns:xs="http://www.w3.org/2001/XMLSchema" xmlns:p="http://schemas.microsoft.com/office/2006/metadata/properties" xmlns:ns3="670f50e3-eaac-4811-ba9e-7f0085fab05d" targetNamespace="http://schemas.microsoft.com/office/2006/metadata/properties" ma:root="true" ma:fieldsID="701fc33963233ae09c66a1c6be762095" ns3:_="">
    <xsd:import namespace="670f50e3-eaac-4811-ba9e-7f0085fab0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0f50e3-eaac-4811-ba9e-7f0085fab0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AFDBBB-BA78-40DD-98DF-652CB9C9CB85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670f50e3-eaac-4811-ba9e-7f0085fab05d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8ECABC1-86EF-4AE5-A32E-FA04D9CAA5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FF1954-58C3-4D1B-9216-F87441885C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0f50e3-eaac-4811-ba9e-7f0085fab0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318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TrueRST LightA</vt:lpstr>
      <vt:lpstr>TrueRST RegularA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PIMOLMAS NETRAMAI</dc:creator>
  <cp:lastModifiedBy>PIMOLMAS NETRAMAI</cp:lastModifiedBy>
  <cp:revision>1</cp:revision>
  <dcterms:created xsi:type="dcterms:W3CDTF">2023-06-07T04:29:56Z</dcterms:created>
  <dcterms:modified xsi:type="dcterms:W3CDTF">2023-07-04T08:20:12Z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0x0101005A182196297D7F49B5EB221934F352A7</vt:lpwstr>
  </property>
</Properties>
</file>